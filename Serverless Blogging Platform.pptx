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7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5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5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9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4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7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2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8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0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9F51D-0D3E-45ED-80EF-FD62FF86296F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8B062-598D-4C66-8C8F-4F2DDC9FA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8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1C33-E493-F380-F148-16C6FD691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937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Blogging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70E3A-1E4F-F298-EC08-5D06A134C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37505"/>
          </a:xfrm>
        </p:spPr>
        <p:txBody>
          <a:bodyPr>
            <a:normAutofit/>
          </a:bodyPr>
          <a:lstStyle/>
          <a:p>
            <a:r>
              <a:rPr lang="en-US" sz="3200" dirty="0"/>
              <a:t>Tech Stack: AWS Lambda, Next.js, DynamoDB</a:t>
            </a:r>
          </a:p>
          <a:p>
            <a:endParaRPr lang="en-US" dirty="0"/>
          </a:p>
          <a:p>
            <a:pPr lvl="8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lvl="8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Sejuti Das Jui(2001011044)</a:t>
            </a:r>
          </a:p>
        </p:txBody>
      </p:sp>
    </p:spTree>
    <p:extLst>
      <p:ext uri="{BB962C8B-B14F-4D97-AF65-F5344CB8AC3E}">
        <p14:creationId xmlns:p14="http://schemas.microsoft.com/office/powerpoint/2010/main" val="308923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11FF-F4E0-A30E-43C6-328EF64C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Platform Features: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C8B8DA-69CF-F718-3A57-D8615151D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74696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sz="3200" b="1" dirty="0"/>
              <a:t>Markdown Support</a:t>
            </a:r>
          </a:p>
          <a:p>
            <a:r>
              <a:rPr lang="en-US" sz="3200" dirty="0"/>
              <a:t>Blog content is authored in Markdown format for simplicity and flexibility.</a:t>
            </a:r>
          </a:p>
          <a:p>
            <a:r>
              <a:rPr lang="en-US" sz="3200" dirty="0"/>
              <a:t>Uses remark and </a:t>
            </a:r>
            <a:r>
              <a:rPr lang="en-US" sz="3200" dirty="0" err="1"/>
              <a:t>rehype</a:t>
            </a:r>
            <a:r>
              <a:rPr lang="en-US" sz="3200" dirty="0"/>
              <a:t> libraries to parse and convert Markdown to HTML.</a:t>
            </a:r>
          </a:p>
          <a:p>
            <a:r>
              <a:rPr lang="en-US" sz="3200" dirty="0"/>
              <a:t>Supports frontmatter metadata (via gray-matter) for post title, date, tags, etc.</a:t>
            </a:r>
          </a:p>
          <a:p>
            <a:r>
              <a:rPr lang="en-US" sz="3200" dirty="0"/>
              <a:t>Syntax highlighting for code blocks using </a:t>
            </a:r>
            <a:r>
              <a:rPr lang="en-US" sz="3200" dirty="0" err="1"/>
              <a:t>rehype</a:t>
            </a:r>
            <a:r>
              <a:rPr lang="en-US" sz="3200" dirty="0"/>
              <a:t>-highlight.</a:t>
            </a:r>
          </a:p>
        </p:txBody>
      </p:sp>
    </p:spTree>
    <p:extLst>
      <p:ext uri="{BB962C8B-B14F-4D97-AF65-F5344CB8AC3E}">
        <p14:creationId xmlns:p14="http://schemas.microsoft.com/office/powerpoint/2010/main" val="360221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91777-EAB7-0466-3A4D-A26D4796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061883"/>
            <a:ext cx="10515600" cy="490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2. Comments System</a:t>
            </a:r>
          </a:p>
          <a:p>
            <a:r>
              <a:rPr lang="en-US" sz="3600" dirty="0"/>
              <a:t>Comments are stored in DynamoDB, indexed by post ID and timestamp.</a:t>
            </a:r>
          </a:p>
          <a:p>
            <a:r>
              <a:rPr lang="en-US" sz="3600" dirty="0"/>
              <a:t>Next.js API routes handle GET (fetch comments) and POST (submit comment) requests via Lambda functions.</a:t>
            </a:r>
          </a:p>
          <a:p>
            <a:r>
              <a:rPr lang="en-US" sz="3600" dirty="0"/>
              <a:t>Input validation and rate-limiting can be added for spam protection.</a:t>
            </a:r>
          </a:p>
        </p:txBody>
      </p:sp>
    </p:spTree>
    <p:extLst>
      <p:ext uri="{BB962C8B-B14F-4D97-AF65-F5344CB8AC3E}">
        <p14:creationId xmlns:p14="http://schemas.microsoft.com/office/powerpoint/2010/main" val="213608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7E3DF-9723-3608-D4BE-D019A31E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68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3. SEO Optimization</a:t>
            </a:r>
          </a:p>
          <a:p>
            <a:r>
              <a:rPr lang="en-US" sz="3600" dirty="0"/>
              <a:t>Dynamic &lt;meta&gt; tags, Open Graph, and Twitter card data are generated using next-</a:t>
            </a:r>
            <a:r>
              <a:rPr lang="en-US" sz="3600" dirty="0" err="1"/>
              <a:t>seo</a:t>
            </a:r>
            <a:r>
              <a:rPr lang="en-US" sz="3600" dirty="0"/>
              <a:t>.</a:t>
            </a:r>
          </a:p>
          <a:p>
            <a:r>
              <a:rPr lang="en-US" sz="3600" dirty="0"/>
              <a:t>Clean URLs, structured data (JSON-LD), and proper use of headings improve search engine discoverability.</a:t>
            </a:r>
          </a:p>
          <a:p>
            <a:r>
              <a:rPr lang="en-US" sz="3600" dirty="0"/>
              <a:t>Static Site Generation (SSG) in Next.js boosts performance and crawlability.</a:t>
            </a:r>
          </a:p>
        </p:txBody>
      </p:sp>
    </p:spTree>
    <p:extLst>
      <p:ext uri="{BB962C8B-B14F-4D97-AF65-F5344CB8AC3E}">
        <p14:creationId xmlns:p14="http://schemas.microsoft.com/office/powerpoint/2010/main" val="2435115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0CB8-1E58-E411-18C4-DAD7FC37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Technical Highlights: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CC1D-087B-B102-CB2D-9202581A5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791"/>
            <a:ext cx="10515600" cy="4034403"/>
          </a:xfrm>
        </p:spPr>
        <p:txBody>
          <a:bodyPr>
            <a:normAutofit/>
          </a:bodyPr>
          <a:lstStyle/>
          <a:p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AWS Lambda - </a:t>
            </a: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Serverless compute service that runs your code in response to events</a:t>
            </a:r>
          </a:p>
          <a:p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 Gateway - </a:t>
            </a:r>
            <a:r>
              <a:rPr lang="en-US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Create, publish, maintain, monitor, and secure APIs at any scale</a:t>
            </a:r>
          </a:p>
          <a:p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DynamoDB- </a:t>
            </a:r>
            <a:r>
              <a:rPr lang="en-US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Fully managed NoSQL database service for any scale.</a:t>
            </a:r>
          </a:p>
          <a:p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S3 bucket -  </a:t>
            </a:r>
            <a:r>
              <a:rPr lang="en-US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 storage service </a:t>
            </a:r>
          </a:p>
          <a:p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CloudFront</a:t>
            </a:r>
            <a:r>
              <a:rPr lang="en-US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-</a:t>
            </a:r>
            <a:r>
              <a:rPr lang="en-US" u="sng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Fast content delivery network (CDN) service.</a:t>
            </a:r>
            <a:endParaRPr lang="en-US" u="sng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 </a:t>
            </a: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-Flexible, affordable email service</a:t>
            </a:r>
          </a:p>
          <a:p>
            <a:pPr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24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EB94A-7E81-2BD7-C858-0FEB2F2A5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147199"/>
            <a:ext cx="10515600" cy="4351338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IAM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- Identity and Access Management for secure resource access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Route53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- Domain name system (DNS) web service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ACM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- AWS Certificate Manager for SSL/TLS certificates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CloudWatch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- Monitoring and observability service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02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0549-924C-FA61-733D-D83C2788E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Learning outcomes: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F4D5D-5A55-EFAF-49B5-376C766D9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273"/>
            <a:ext cx="10515600" cy="4351338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How to create an AWS account.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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Setup route 53 for ACM certification.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Error handling  in creating policy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Difficult and completely different from previous all website building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68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886E-C4A0-D024-B36A-309F3DA7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3" y="21722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830C4-3BA1-DF30-2570-27DEA1C20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979" y="5335741"/>
            <a:ext cx="5434781" cy="8979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Now we like to hear your queries…</a:t>
            </a:r>
          </a:p>
        </p:txBody>
      </p:sp>
    </p:spTree>
    <p:extLst>
      <p:ext uri="{BB962C8B-B14F-4D97-AF65-F5344CB8AC3E}">
        <p14:creationId xmlns:p14="http://schemas.microsoft.com/office/powerpoint/2010/main" val="259668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</TotalTime>
  <Words>329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Symbol</vt:lpstr>
      <vt:lpstr>Times New Roman</vt:lpstr>
      <vt:lpstr>Wingdings</vt:lpstr>
      <vt:lpstr>Office 2013 - 2022 Theme</vt:lpstr>
      <vt:lpstr>Serverless Blogging Platform</vt:lpstr>
      <vt:lpstr>Platform Features:</vt:lpstr>
      <vt:lpstr>PowerPoint Presentation</vt:lpstr>
      <vt:lpstr>PowerPoint Presentation</vt:lpstr>
      <vt:lpstr>Technical Highlights:</vt:lpstr>
      <vt:lpstr>PowerPoint Presentation</vt:lpstr>
      <vt:lpstr>Learning outcomes: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Sejuti Das Jui</dc:creator>
  <cp:lastModifiedBy>Sejuti Das Jui</cp:lastModifiedBy>
  <cp:revision>2</cp:revision>
  <dcterms:created xsi:type="dcterms:W3CDTF">2025-04-22T05:20:35Z</dcterms:created>
  <dcterms:modified xsi:type="dcterms:W3CDTF">2026-02-21T19:32:55Z</dcterms:modified>
</cp:coreProperties>
</file>